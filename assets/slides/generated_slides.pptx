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051560"/>
            <a:ext cx="4754880" cy="47548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94560" y="580644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/>
              <a:t>🌌 Journey to Exoplanets: Unveiling Cosmic Worlds with NASA Data 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⭐ What are Exoplanets &amp; Why Study Them?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✅ Imagine planets beyond our wildest dreams, orbiting distant stars! Those are exoplanets. 🌌</a:t>
            </a:r>
          </a:p>
          <a:p>
            <a:pPr>
              <a:defRPr sz="1800"/>
            </a:pPr>
            <a:r>
              <a:t>🚀 We study them to unlock secrets of how planets form, evolve, and whether life exists elsewhere in the universe. Are we alone? 🤔</a:t>
            </a:r>
          </a:p>
          <a:p>
            <a:pPr>
              <a:defRPr sz="1800"/>
            </a:pPr>
            <a:r>
              <a:t>⭐ NASA's incredible missions like Kepler, TESS, and Hubble are our eyes in the sky, finding and studying these amazing worlds!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🔭 How Do We Find These Worlds?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🌌 It's like finding a tiny firefly next to a giant spotlight! Exoplanets are hard to see directly.</a:t>
            </a:r>
          </a:p>
          <a:p>
            <a:pPr>
              <a:defRPr sz="1800"/>
            </a:pPr>
            <a:r>
              <a:t>✅ **The Transit Method:** We watch for a tiny dip in a star's brightness as a planet passes in front of it. Like a mini-eclipse! 🌟</a:t>
            </a:r>
          </a:p>
          <a:p>
            <a:pPr>
              <a:defRPr sz="1800"/>
            </a:pPr>
            <a:r>
              <a:t>🚀 **The Radial Velocity Method:** We look for a star's wobble! A planet's gravity tugs on its star, making it jiggle slightly. 🕺</a:t>
            </a:r>
          </a:p>
          <a:p>
            <a:pPr>
              <a:defRPr sz="1800"/>
            </a:pPr>
            <a:r>
              <a:t>⭐ These clever techniques help us discover thousands of hidden worlds!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🚀 Navigating the NASA Exoplanet Archive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✅ Ready to become a cosmic detective? The NASA Exoplanet Archive is your ultimate toolkit! 🛠️</a:t>
            </a:r>
          </a:p>
          <a:p>
            <a:pPr>
              <a:defRPr sz="1800"/>
            </a:pPr>
            <a:r>
              <a:t>⭐ It's the official home for all confirmed exoplanets and exciting new candidates, maintained by Caltech's IPAC.</a:t>
            </a:r>
          </a:p>
          <a:p>
            <a:pPr>
              <a:defRPr sz="1800"/>
            </a:pPr>
            <a:r>
              <a:t>🌌 Dive in! Use its awesome search and visualization tools to explore thousands of alien worlds with just a few clicks. [https://exoplanetarchive.ipac.caltech.edu/docs/intro.html]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✅ Unpacking Exoplanet Datasets: What's Inside?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🚀 What can we learn from the data? Everything! Discover a planet's size, weight, how long its year is, and even its star's temperature. 🌡️</a:t>
            </a:r>
          </a:p>
          <a:p>
            <a:pPr>
              <a:defRPr sz="1800"/>
            </a:pPr>
            <a:r>
              <a:t>⭐ Explore data from missions like K2, Kepler's amazing follow-up, to find planets that 'transit' (pass in front of) their stars. [https://exoplanetarchive.ipac.caltech.edu/cgi-bin/TblView/nph-tblView?app=ExoTbls&amp;config=k2pandc]</a:t>
            </a:r>
          </a:p>
          <a:p>
            <a:pPr>
              <a:defRPr sz="1800"/>
            </a:pPr>
            <a:r>
              <a:t>🌌 You'll encounter 'light curves' (star brightness changes), 'radial velocity' graphs (star wobbles), and even direct images of some exoplanets! [https://exoplanetarchive.ipac.caltech.edu/docs/data.html]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🔬 Becoming an Exoplanet Explorer: Your Journey Starts Now!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⭐ The universe is waiting for you to explore! With NASA's data, you can make real discoveries.</a:t>
            </a:r>
          </a:p>
          <a:p>
            <a:pPr>
              <a:defRPr sz="1800"/>
            </a:pPr>
            <a:r>
              <a:t>✅ Start by picking an exoplanet that fascinates you and dig into its data in the Archive.</a:t>
            </a:r>
          </a:p>
          <a:p>
            <a:pPr>
              <a:defRPr sz="1800"/>
            </a:pPr>
            <a:r>
              <a:t>🚀 Look for patterns, compare different worlds, and imagine what it would be like to live there!</a:t>
            </a:r>
          </a:p>
          <a:p>
            <a:pPr>
              <a:defRPr sz="1800"/>
            </a:pPr>
            <a:r>
              <a:t>🌌 Who knows, you might be the one to find the next Earth-like world! Keep exploring! 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>
                <a:solidFill>
                  <a:srgbClr val="000000"/>
                </a:solidFill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NASA Exoplanet Archive: K2 Planet and Candidate Data: https://exoplanetarchive.ipac.caltech.edu/cgi-bin/TblView/nph-tblView?app=ExoTbls&amp;config=k2pandc</a:t>
            </a:r>
          </a:p>
          <a:p>
            <a:pPr>
              <a:defRPr sz="1800"/>
            </a:pPr>
            <a:r>
              <a:t>NASA Exoplanet Archive: Introduction: https://exoplanetarchive.ipac.caltech.edu/docs/intro.html</a:t>
            </a:r>
          </a:p>
          <a:p>
            <a:pPr>
              <a:defRPr sz="1800"/>
            </a:pPr>
            <a:r>
              <a:t>NASA Exoplanet Archive: Data Overview: https://exoplanetarchive.ipac.caltech.edu/docs/data.html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
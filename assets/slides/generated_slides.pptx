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051560"/>
            <a:ext cx="4754880" cy="47548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4560" y="580644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/>
              <a:t>🚀 Journey to Exoplanets: Unveiling Alien Worlds!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0000"/>
                </a:solidFill>
              </a:rPr>
              <a:t>🌌 Beyond Our Solar System: What Are Exoplanets?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⭐ Exoplanets are planets orbiting stars far, far away – not our Sun!</a:t>
            </a:r>
          </a:p>
          <a:p>
            <a:pPr>
              <a:defRPr sz="1800"/>
            </a:pPr>
            <a:r>
              <a:t>✅ Imagine entire new worlds, some perhaps like Earth, others totally alien!</a:t>
            </a:r>
          </a:p>
          <a:p>
            <a:pPr>
              <a:defRPr sz="1800"/>
            </a:pPr>
            <a:r>
              <a:t>🚀 Why are we so curious? We're searching for answers: Are we alone? Is there life out there?</a:t>
            </a:r>
          </a:p>
          <a:p>
            <a:pPr>
              <a:defRPr sz="1800"/>
            </a:pPr>
            <a:r>
              <a:t>🌌 This quest is called Astrobiology – the study of life in the universe!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0000"/>
                </a:solidFill>
              </a:rPr>
              <a:t>🔭 How Do We Find These Hidden Worlds?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⭐ Exoplanets are tiny and far away, so we need clever tricks to spot them!</a:t>
            </a:r>
          </a:p>
          <a:p>
            <a:pPr>
              <a:defRPr sz="1800"/>
            </a:pPr>
            <a:r>
              <a:t>✅ One way is the 'Transit Method': We watch for a tiny dip in a star's brightness when a planet passes in front of it.</a:t>
            </a:r>
          </a:p>
          <a:p>
            <a:pPr>
              <a:defRPr sz="1800"/>
            </a:pPr>
            <a:r>
              <a:t>🚀 Think of a firefly dimming slightly when a tiny bug flies past it!</a:t>
            </a:r>
          </a:p>
          <a:p>
            <a:pPr>
              <a:defRPr sz="1800"/>
            </a:pPr>
            <a:r>
              <a:t>🌌 Space telescopes like Kepler and TESS are our amazing planet-hunting eyes in the sky!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0000"/>
                </a:solidFill>
              </a:rPr>
              <a:t>⭐ NASA's Cosmic Library: The Exoplanet Archive!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The NASA Exoplanet Archive is your go-to place for all things exoplanet! It's a huge online database. [1]</a:t>
            </a:r>
          </a:p>
          <a:p>
            <a:pPr>
              <a:defRPr sz="1800"/>
            </a:pPr>
            <a:r>
              <a:t>🚀 It collects discoveries from telescopes worldwide, a true treasure chest of information!</a:t>
            </a:r>
          </a:p>
          <a:p>
            <a:pPr>
              <a:defRPr sz="1800"/>
            </a:pPr>
            <a:r>
              <a:t>🌌 What secrets does it hold? Planet size, mass, how far they orbit their star, and even hints about their atmospheres!</a:t>
            </a:r>
          </a:p>
          <a:p>
            <a:pPr>
              <a:defRPr sz="1800"/>
            </a:pPr>
            <a:r>
              <a:t>⭐ This data helps us find planets that could potentially support life!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0000"/>
                </a:solidFill>
              </a:rPr>
              <a:t>🚀 Your First Mission: Exploring Exoplanet Data!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Ready to be a space detective? Let's peek at a real dataset, like the K2 Planet and Candidate Data Table! [2]</a:t>
            </a:r>
          </a:p>
          <a:p>
            <a:pPr>
              <a:defRPr sz="1800"/>
            </a:pPr>
            <a:r>
              <a:t>⭐ Key clues: 'Planet Radius' (how big is it?) and 'Equilibrium Temperature' (is it too hot, too cold, or just right?).</a:t>
            </a:r>
          </a:p>
          <a:p>
            <a:pPr>
              <a:defRPr sz="1800"/>
            </a:pPr>
            <a:r>
              <a:t>🌌 The holy grail: Atmospheres! If a planet transits its star, we can sometimes study its atmosphere to see what gases are there.</a:t>
            </a:r>
          </a:p>
          <a:p>
            <a:pPr>
              <a:defRPr sz="1800"/>
            </a:pPr>
            <a:r>
              <a:t>🚀 What if we find a planet with Earth-like size, comfy temperature, AND interesting atmospheric gases? That's the dream!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0000"/>
                </a:solidFill>
              </a:rPr>
              <a:t>🌍 The Search for Life: Why Atmospheres Matter!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⭐ An atmosphere is like a planet's protective blanket and its fingerprint!</a:t>
            </a:r>
          </a:p>
          <a:p>
            <a:pPr>
              <a:defRPr sz="1800"/>
            </a:pPr>
            <a:r>
              <a:t>✅ It shields the surface from harsh space radiation and helps regulate temperature.</a:t>
            </a:r>
          </a:p>
          <a:p>
            <a:pPr>
              <a:defRPr sz="1800"/>
            </a:pPr>
            <a:r>
              <a:t>🚀 But even cooler: the gases in an atmosphere can tell us if life might exist there!</a:t>
            </a:r>
          </a:p>
          <a:p>
            <a:pPr>
              <a:defRPr sz="1800"/>
            </a:pPr>
            <a:r>
              <a:t>🌌 Scientists look for 'biosignatures' – gases like oxygen or methane that could be produced by living things!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800">
                <a:solidFill>
                  <a:srgbClr val="00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🌌 NASA Exoplanet Archive Overview: https://exoplanetarchive.ipac.caltech.edu/docs/intro.html [1]</a:t>
            </a:r>
          </a:p>
          <a:p>
            <a:pPr>
              <a:defRPr sz="1800"/>
            </a:pPr>
            <a:r>
              <a:t>🚀 K2 Planet and Candidate Data Table: https://exoplanetarchive.ipac.caltech.edu/cgi-bin/TblView/nph-tblView?app=ExoTbls&amp;config=k2pandc [2]</a:t>
            </a:r>
          </a:p>
          <a:p>
            <a:pPr>
              <a:defRPr sz="1800"/>
            </a:pPr>
            <a:r>
              <a:t>⭐ Understanding Exoplanet Data: https://exoplanetarchive.ipac.caltech.edu/docs/data.html</a:t>
            </a:r>
          </a:p>
          <a:p>
            <a:pPr>
              <a:defRPr sz="1800"/>
            </a:pPr>
            <a:r>
              <a:t>📚 Explore more: NASA's Exoplanet Exploration Program: exoplanets.nasa.gov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